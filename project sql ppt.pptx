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0" r:id="rId4"/>
    <p:sldId id="272" r:id="rId5"/>
    <p:sldId id="27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7" r:id="rId17"/>
    <p:sldId id="275" r:id="rId18"/>
    <p:sldId id="273" r:id="rId19"/>
    <p:sldId id="259" r:id="rId20"/>
  </p:sldIdLst>
  <p:sldSz cx="12192000" cy="6858000"/>
  <p:notesSz cx="6858000" cy="9144000"/>
  <p:embeddedFontLst>
    <p:embeddedFont>
      <p:font typeface="Lato Black" panose="020F0502020204030203" pitchFamily="34" charset="0"/>
      <p:bold r:id="rId22"/>
      <p:boldItalic r:id="rId23"/>
    </p:embeddedFont>
    <p:embeddedFont>
      <p:font typeface="Libre Baskerville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D4E05B-6FD9-48DF-9DFB-1FB42B4F21E2}" v="39" dt="2026-08-13T12:32:44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customschemas.google.com/relationships/presentationmetadata" Target="meta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IN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1460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IN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6047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hintala-saikiran-071b311b4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163902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</a:t>
            </a:r>
            <a:endParaRPr sz="34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0" y="837941"/>
            <a:ext cx="6099600" cy="11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About me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: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endParaRPr lang="en-IN" sz="32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Lato Black"/>
              <a:cs typeface="Times New Roman" panose="02020603050405020304" pitchFamily="18" charset="0"/>
              <a:sym typeface="Lato Black"/>
            </a:endParaRPr>
          </a:p>
          <a:p>
            <a: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</a:pPr>
            <a:endParaRPr sz="18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E2432A-1D8C-71FD-BAF5-966F8E893CF1}"/>
              </a:ext>
            </a:extLst>
          </p:cNvPr>
          <p:cNvSpPr txBox="1"/>
          <p:nvPr/>
        </p:nvSpPr>
        <p:spPr>
          <a:xfrm>
            <a:off x="306511" y="1998198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: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.SAIKIRAN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EDUCATION: 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TECH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(CSE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)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PROFILE: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</a:t>
            </a:r>
            <a:r>
              <a:rPr lang="en-IN" sz="2000" b="1" dirty="0"/>
              <a:t>: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49639-3CAE-499B-EA1D-0D6FAC1D3F86}"/>
              </a:ext>
            </a:extLst>
          </p:cNvPr>
          <p:cNvSpPr txBox="1"/>
          <p:nvPr/>
        </p:nvSpPr>
        <p:spPr>
          <a:xfrm>
            <a:off x="1869440" y="384485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 tooltip="LINKEDIN"/>
              </a:rPr>
              <a:t>www.linkedin.com/in/chintala-saikiran-071b311b4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46A6-8E5E-2284-72FB-AF15D893F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78" y="541294"/>
            <a:ext cx="6225822" cy="498941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</a:t>
            </a:r>
            <a:r>
              <a:rPr lang="en-IN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: </a:t>
            </a:r>
            <a:r>
              <a:rPr lang="en-I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47C2C-B0E8-08F3-FE8D-A85AC4A4D0EF}"/>
              </a:ext>
            </a:extLst>
          </p:cNvPr>
          <p:cNvSpPr txBox="1"/>
          <p:nvPr/>
        </p:nvSpPr>
        <p:spPr>
          <a:xfrm>
            <a:off x="366982" y="1539204"/>
            <a:ext cx="109399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employee information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personal details, job departments, qualifications, and contact information efficiently.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salary and bonus details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calculate payroll accurately for employees.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employee leaves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maintain proper records of leave dates and reasons.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useful reports and insights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about employees, qualifications, salaries, bonuses, leaves, and payroll using SQL queries.</a:t>
            </a: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34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5562-99FD-B256-A5A8-4CCA11BC0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3366"/>
            <a:ext cx="3825241" cy="745920"/>
          </a:xfrm>
        </p:spPr>
        <p:txBody>
          <a:bodyPr>
            <a:normAutofit/>
          </a:bodyPr>
          <a:lstStyle/>
          <a:p>
            <a:r>
              <a:rPr lang="en-IN" sz="36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IN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en-IN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E48404-14DA-8820-ECFC-86C60A09D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3" y="999286"/>
            <a:ext cx="8475406" cy="585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8AE4-F6A4-F4DE-234F-1BE297566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31" y="144992"/>
            <a:ext cx="10515600" cy="1325563"/>
          </a:xfrm>
        </p:spPr>
        <p:txBody>
          <a:bodyPr/>
          <a:lstStyle/>
          <a:p>
            <a:r>
              <a:rPr lang="en-IN" sz="32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HIGHLIGHTS</a:t>
            </a:r>
            <a:br>
              <a:rPr lang="en-IN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17182-EAA0-F4A7-F3F4-4A3CF713005B}"/>
              </a:ext>
            </a:extLst>
          </p:cNvPr>
          <p:cNvSpPr txBox="1"/>
          <p:nvPr/>
        </p:nvSpPr>
        <p:spPr>
          <a:xfrm>
            <a:off x="567831" y="1332907"/>
            <a:ext cx="10515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The ER diagram represents the </a:t>
            </a:r>
            <a:r>
              <a:rPr lang="en-IN" sz="2000" b="1" dirty="0"/>
              <a:t>Employee Payroll Management System</a:t>
            </a:r>
            <a:r>
              <a:rPr lang="en-IN" sz="20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Employee</a:t>
            </a:r>
            <a:r>
              <a:rPr lang="en-IN" sz="2000" dirty="0"/>
              <a:t> is the central entity containing employee details.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JobDepartment</a:t>
            </a:r>
            <a:r>
              <a:rPr lang="en-IN" sz="2000" dirty="0"/>
              <a:t> stores job roles, departments, and job descriptions.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SalaryBonus</a:t>
            </a:r>
            <a:r>
              <a:rPr lang="en-IN" sz="2000" dirty="0"/>
              <a:t> maintains salary, annual pay, and bonus information.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Qualification</a:t>
            </a:r>
            <a:r>
              <a:rPr lang="en-IN" sz="2000" dirty="0"/>
              <a:t> records the qualifications of each employee.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Leaves</a:t>
            </a:r>
            <a:r>
              <a:rPr lang="en-IN" sz="2000" dirty="0"/>
              <a:t> stores employee leave dates and reasons.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Payroll</a:t>
            </a:r>
            <a:r>
              <a:rPr lang="en-IN" sz="2000" dirty="0"/>
              <a:t> connects employee, job, salary, and leave information.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Primary and foreign keys</a:t>
            </a:r>
            <a:r>
              <a:rPr lang="en-IN" sz="2000" dirty="0"/>
              <a:t> establish relationships and maintain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254093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AB752C-AE39-E300-33B1-4BC3A9E3CE8B}"/>
              </a:ext>
            </a:extLst>
          </p:cNvPr>
          <p:cNvSpPr txBox="1"/>
          <p:nvPr/>
        </p:nvSpPr>
        <p:spPr>
          <a:xfrm>
            <a:off x="0" y="9503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1. Employee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407FE-6785-30CD-EF86-711FD4BFC4E5}"/>
              </a:ext>
            </a:extLst>
          </p:cNvPr>
          <p:cNvSpPr txBox="1"/>
          <p:nvPr/>
        </p:nvSpPr>
        <p:spPr>
          <a:xfrm>
            <a:off x="114300" y="877352"/>
            <a:ext cx="9141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unique employees are currently in the system?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80D9A0-CFD4-0E97-5E95-9588FEAB68EA}"/>
              </a:ext>
            </a:extLst>
          </p:cNvPr>
          <p:cNvSpPr txBox="1"/>
          <p:nvPr/>
        </p:nvSpPr>
        <p:spPr>
          <a:xfrm>
            <a:off x="114300" y="1437789"/>
            <a:ext cx="614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C3136-2CFA-AD58-532B-1D6DC2B9B85C}"/>
              </a:ext>
            </a:extLst>
          </p:cNvPr>
          <p:cNvSpPr txBox="1"/>
          <p:nvPr/>
        </p:nvSpPr>
        <p:spPr>
          <a:xfrm>
            <a:off x="114300" y="3228945"/>
            <a:ext cx="614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PUT 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C9CF4F-AEB2-8671-AAAC-955AC62B5D72}"/>
              </a:ext>
            </a:extLst>
          </p:cNvPr>
          <p:cNvSpPr txBox="1"/>
          <p:nvPr/>
        </p:nvSpPr>
        <p:spPr>
          <a:xfrm>
            <a:off x="114300" y="5027265"/>
            <a:ext cx="8298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Counts the total number of unique employees currently.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89C90B-6FB3-D74D-270E-A1CB303EC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61" y="2209624"/>
            <a:ext cx="11385755" cy="4588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A2006D-8E13-4CBF-436D-45E90D45C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91" y="3809506"/>
            <a:ext cx="3544563" cy="82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379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E1E1D3-1E1D-4929-1587-7150D072BB6B}"/>
              </a:ext>
            </a:extLst>
          </p:cNvPr>
          <p:cNvSpPr txBox="1"/>
          <p:nvPr/>
        </p:nvSpPr>
        <p:spPr>
          <a:xfrm>
            <a:off x="121920" y="91440"/>
            <a:ext cx="10576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2.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departments have the highest number of employees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1714AF-A400-1667-92B3-578B0BB3FBB2}"/>
              </a:ext>
            </a:extLst>
          </p:cNvPr>
          <p:cNvSpPr txBox="1"/>
          <p:nvPr/>
        </p:nvSpPr>
        <p:spPr>
          <a:xfrm>
            <a:off x="121920" y="5655697"/>
            <a:ext cx="8656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departments with the largest employee workforce.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C09012-434D-EACD-2FDC-2642A2C54531}"/>
              </a:ext>
            </a:extLst>
          </p:cNvPr>
          <p:cNvSpPr txBox="1"/>
          <p:nvPr/>
        </p:nvSpPr>
        <p:spPr>
          <a:xfrm>
            <a:off x="121920" y="75315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FCEDF3-1395-3148-331A-29A219172FD2}"/>
              </a:ext>
            </a:extLst>
          </p:cNvPr>
          <p:cNvSpPr txBox="1"/>
          <p:nvPr/>
        </p:nvSpPr>
        <p:spPr>
          <a:xfrm>
            <a:off x="121920" y="334828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PUT 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FB3357-3C71-B3FA-7E48-A6701276F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97" y="1383510"/>
            <a:ext cx="10312502" cy="1323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88B54C-0BC6-8030-27B3-AF5AF3942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072" y="3687494"/>
            <a:ext cx="2876951" cy="19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B008D5-1CF8-7C43-45F7-32F4511DDCDD}"/>
              </a:ext>
            </a:extLst>
          </p:cNvPr>
          <p:cNvSpPr txBox="1"/>
          <p:nvPr/>
        </p:nvSpPr>
        <p:spPr>
          <a:xfrm>
            <a:off x="0" y="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top 5 highest-paid employees?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9F432-712D-32EC-5134-FF45BA6AC652}"/>
              </a:ext>
            </a:extLst>
          </p:cNvPr>
          <p:cNvSpPr txBox="1"/>
          <p:nvPr/>
        </p:nvSpPr>
        <p:spPr>
          <a:xfrm>
            <a:off x="176981" y="5950258"/>
            <a:ext cx="84754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highest-paid employees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salary amount.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5CB0C5-4102-9F2E-7E4F-B3E83E1E4CDD}"/>
              </a:ext>
            </a:extLst>
          </p:cNvPr>
          <p:cNvSpPr txBox="1"/>
          <p:nvPr/>
        </p:nvSpPr>
        <p:spPr>
          <a:xfrm>
            <a:off x="0" y="740600"/>
            <a:ext cx="612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6659CC-29D8-746B-E821-F58389BEAB26}"/>
              </a:ext>
            </a:extLst>
          </p:cNvPr>
          <p:cNvSpPr txBox="1"/>
          <p:nvPr/>
        </p:nvSpPr>
        <p:spPr>
          <a:xfrm>
            <a:off x="106680" y="3345429"/>
            <a:ext cx="612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PUT 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46A80E-1312-9F67-73C5-EAC16F9DF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77" y="1244192"/>
            <a:ext cx="6001588" cy="1933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60B0E4-525F-AC5B-3119-379E55A37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28" y="3912931"/>
            <a:ext cx="3582378" cy="180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34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F079C6-A32D-5F35-38F1-B0CD27A182A3}"/>
              </a:ext>
            </a:extLst>
          </p:cNvPr>
          <p:cNvSpPr txBox="1"/>
          <p:nvPr/>
        </p:nvSpPr>
        <p:spPr>
          <a:xfrm>
            <a:off x="111760" y="190510"/>
            <a:ext cx="8849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Job Role and Department Analysis</a:t>
            </a:r>
          </a:p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4.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different job roles exist in each department?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A087D-E9F5-C98D-C4D6-C17AC00A0FF6}"/>
              </a:ext>
            </a:extLst>
          </p:cNvPr>
          <p:cNvSpPr txBox="1"/>
          <p:nvPr/>
        </p:nvSpPr>
        <p:spPr>
          <a:xfrm>
            <a:off x="-1" y="6091122"/>
            <a:ext cx="88493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000" dirty="0"/>
              <a:t>Identifies the number of distinct job roles available within each department.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8DE331-FAAF-FD61-960A-50E523A15583}"/>
              </a:ext>
            </a:extLst>
          </p:cNvPr>
          <p:cNvSpPr txBox="1"/>
          <p:nvPr/>
        </p:nvSpPr>
        <p:spPr>
          <a:xfrm>
            <a:off x="111760" y="1277349"/>
            <a:ext cx="612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2C858-E8B2-5B08-09C5-7D698A30CE88}"/>
              </a:ext>
            </a:extLst>
          </p:cNvPr>
          <p:cNvSpPr txBox="1"/>
          <p:nvPr/>
        </p:nvSpPr>
        <p:spPr>
          <a:xfrm>
            <a:off x="111760" y="3149633"/>
            <a:ext cx="612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PUT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299B6F-2E1F-E787-209E-74884CC1B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1720571"/>
            <a:ext cx="8186666" cy="870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569CE8-1397-EAF3-4B43-BBDCA5B10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39" y="3642879"/>
            <a:ext cx="2932325" cy="211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56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973522-A874-9591-DAFD-DB4AE6E1FC94}"/>
              </a:ext>
            </a:extLst>
          </p:cNvPr>
          <p:cNvSpPr txBox="1"/>
          <p:nvPr/>
        </p:nvSpPr>
        <p:spPr>
          <a:xfrm>
            <a:off x="3048000" y="303668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F6A876-5331-F59E-74DA-B3608A5E5E23}"/>
              </a:ext>
            </a:extLst>
          </p:cNvPr>
          <p:cNvSpPr txBox="1"/>
          <p:nvPr/>
        </p:nvSpPr>
        <p:spPr>
          <a:xfrm>
            <a:off x="132080" y="164068"/>
            <a:ext cx="993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5.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salary range per department?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11E9C-CF5D-D3C7-0EFC-65D331C557D4}"/>
              </a:ext>
            </a:extLst>
          </p:cNvPr>
          <p:cNvSpPr txBox="1"/>
          <p:nvPr/>
        </p:nvSpPr>
        <p:spPr>
          <a:xfrm>
            <a:off x="49160" y="6205334"/>
            <a:ext cx="8087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average salary value for each department, helping compare typical salary levels across departments..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B2B9C9-A8D5-2EC8-E835-E6BF62BAB0B7}"/>
              </a:ext>
            </a:extLst>
          </p:cNvPr>
          <p:cNvSpPr txBox="1"/>
          <p:nvPr/>
        </p:nvSpPr>
        <p:spPr>
          <a:xfrm>
            <a:off x="0" y="1045213"/>
            <a:ext cx="612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045317-A322-E46E-F91E-9D48B9A4D21F}"/>
              </a:ext>
            </a:extLst>
          </p:cNvPr>
          <p:cNvSpPr txBox="1"/>
          <p:nvPr/>
        </p:nvSpPr>
        <p:spPr>
          <a:xfrm>
            <a:off x="0" y="3615019"/>
            <a:ext cx="612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PUT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25D80-4E6D-5828-96D6-5DCC160A2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77" y="1730085"/>
            <a:ext cx="7667446" cy="1606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271E7C-5DB8-C032-4DFC-C5F145A13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77" y="4015129"/>
            <a:ext cx="2267266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38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30303E-AF3A-36FA-55FB-4D0DDEDCB2E0}"/>
              </a:ext>
            </a:extLst>
          </p:cNvPr>
          <p:cNvSpPr txBox="1"/>
          <p:nvPr/>
        </p:nvSpPr>
        <p:spPr>
          <a:xfrm>
            <a:off x="0" y="223073"/>
            <a:ext cx="9601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6.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job roles offer the highest salary?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AFE29-BF75-4759-72EE-21975E8E3BB3}"/>
              </a:ext>
            </a:extLst>
          </p:cNvPr>
          <p:cNvSpPr txBox="1"/>
          <p:nvPr/>
        </p:nvSpPr>
        <p:spPr>
          <a:xfrm>
            <a:off x="0" y="5619264"/>
            <a:ext cx="88097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job roles offering the highest salaries, enabling comparison of the most lucrative positions.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A6CD41-C9EE-ED09-C5C8-27CCC8AB8914}"/>
              </a:ext>
            </a:extLst>
          </p:cNvPr>
          <p:cNvSpPr txBox="1"/>
          <p:nvPr/>
        </p:nvSpPr>
        <p:spPr>
          <a:xfrm>
            <a:off x="0" y="821025"/>
            <a:ext cx="612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EB2E2B-40F2-8D94-7645-0DE4242D8810}"/>
              </a:ext>
            </a:extLst>
          </p:cNvPr>
          <p:cNvSpPr txBox="1"/>
          <p:nvPr/>
        </p:nvSpPr>
        <p:spPr>
          <a:xfrm>
            <a:off x="0" y="3429000"/>
            <a:ext cx="612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PUT 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CD15B-420F-F186-7B8E-EA1877DD7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53" y="1329943"/>
            <a:ext cx="4955450" cy="1629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7B9ED9-AE92-1E16-D03C-94D52168F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90" y="3913757"/>
            <a:ext cx="2894710" cy="162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4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01C5CA-B335-5EF1-B39B-E97C01B4E8B2}"/>
              </a:ext>
            </a:extLst>
          </p:cNvPr>
          <p:cNvSpPr txBox="1"/>
          <p:nvPr/>
        </p:nvSpPr>
        <p:spPr>
          <a:xfrm>
            <a:off x="0" y="0"/>
            <a:ext cx="9824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Leave and Absence Patterns</a:t>
            </a:r>
          </a:p>
          <a:p>
            <a:pPr>
              <a:buNone/>
            </a:pP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7.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Which year had the most employees taking leaves?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052AA-B5B3-3882-5F55-742500309130}"/>
              </a:ext>
            </a:extLst>
          </p:cNvPr>
          <p:cNvSpPr txBox="1"/>
          <p:nvPr/>
        </p:nvSpPr>
        <p:spPr>
          <a:xfrm>
            <a:off x="0" y="5980817"/>
            <a:ext cx="8473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year with the highest number of employees taking leave, helping analyze annual leave trends.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1593B-23FC-622F-B993-89BB3B9CDAE1}"/>
              </a:ext>
            </a:extLst>
          </p:cNvPr>
          <p:cNvSpPr txBox="1"/>
          <p:nvPr/>
        </p:nvSpPr>
        <p:spPr>
          <a:xfrm>
            <a:off x="127823" y="1194484"/>
            <a:ext cx="612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757055-D4D3-0968-C0A5-543C6BDC7884}"/>
              </a:ext>
            </a:extLst>
          </p:cNvPr>
          <p:cNvSpPr txBox="1"/>
          <p:nvPr/>
        </p:nvSpPr>
        <p:spPr>
          <a:xfrm>
            <a:off x="0" y="3868205"/>
            <a:ext cx="612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PUT 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06E9E4-E5FE-CAA5-5638-7490DDADE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84" y="1903581"/>
            <a:ext cx="7716327" cy="1276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DD674E-6A78-DB81-AE83-69892034C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65" y="4778908"/>
            <a:ext cx="2657846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7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BB2A3-5E71-1708-C7CB-ABEBFE9FD056}"/>
              </a:ext>
            </a:extLst>
          </p:cNvPr>
          <p:cNvSpPr txBox="1"/>
          <p:nvPr/>
        </p:nvSpPr>
        <p:spPr>
          <a:xfrm>
            <a:off x="0" y="77341"/>
            <a:ext cx="9320981" cy="690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8. 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number of leave days taken by its employees per department?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: 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PUT : 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average leave days taken by employees in each department, helping compare leave patterns across departments.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DB5278-4865-0434-1BA5-F961CE2F7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9" y="1790425"/>
            <a:ext cx="7928058" cy="1818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915D7B-638D-CBD8-04BC-701DE4C83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542" y="4109965"/>
            <a:ext cx="2214876" cy="186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63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85C078-B5A4-7112-5560-6579B84D412C}"/>
              </a:ext>
            </a:extLst>
          </p:cNvPr>
          <p:cNvSpPr txBox="1"/>
          <p:nvPr/>
        </p:nvSpPr>
        <p:spPr>
          <a:xfrm>
            <a:off x="0" y="0"/>
            <a:ext cx="12415520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9.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employees have taken the most leaves?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: 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PUT : 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employees with the highest number of leave records,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highlighting frequent leave takers.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69D23E-5F98-9AA0-3E61-8E84FC7CF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13" y="1110643"/>
            <a:ext cx="5953956" cy="1352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5B3EA3-955A-22CE-7653-071ED9C64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4" y="3428999"/>
            <a:ext cx="2359741" cy="2443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B92DB5-DCBF-FE00-D1BA-2D441E8BE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818" y="3428999"/>
            <a:ext cx="2359741" cy="24437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C82A0D-DEEB-2940-7BF5-2ACCFD696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110" y="3428998"/>
            <a:ext cx="2359741" cy="24437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28C3F3-3A8B-CA0D-3706-DA9DDC999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6507" y="3428999"/>
            <a:ext cx="2359741" cy="140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91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38E53-1648-C489-8766-D761A64DE139}"/>
              </a:ext>
            </a:extLst>
          </p:cNvPr>
          <p:cNvSpPr txBox="1"/>
          <p:nvPr/>
        </p:nvSpPr>
        <p:spPr>
          <a:xfrm>
            <a:off x="0" y="89248"/>
            <a:ext cx="1195832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PAYROLL AND COMPENSATION ANALYSIS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10. 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monthly payroll processed?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: 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PUT : 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total payroll processed each month, helping monitor salary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expenses and monthly payroll trends</a:t>
            </a:r>
            <a:r>
              <a:rPr lang="en-IN" sz="2000" dirty="0"/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667A2-EEAE-A452-46D1-3F966597E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" y="1672043"/>
            <a:ext cx="10984145" cy="953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3861E1-1BDE-069E-E729-1CCF7CA5F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99" y="4232787"/>
            <a:ext cx="3608172" cy="7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56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36BF-7AF6-D584-A5D0-098188784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986"/>
            <a:ext cx="7991168" cy="90323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</a:t>
            </a: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F2F8A-7F0D-1272-A147-9707BBA2F2A3}"/>
              </a:ext>
            </a:extLst>
          </p:cNvPr>
          <p:cNvSpPr txBox="1"/>
          <p:nvPr/>
        </p:nvSpPr>
        <p:spPr>
          <a:xfrm>
            <a:off x="0" y="1317742"/>
            <a:ext cx="11633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clear overview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distribution across departments and job roles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analysis identifies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high-paying job roles and top-paid employees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 data highlights employees and positions requiring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professional expertise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analysis helps 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leave patterns and departmental leave trends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analysis tracks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salary expenses and overall payroll 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support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workforce planning, salary management, and decision-making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1360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C28B94-D1CE-A98B-F632-B873D49DDBF4}"/>
              </a:ext>
            </a:extLst>
          </p:cNvPr>
          <p:cNvSpPr txBox="1"/>
          <p:nvPr/>
        </p:nvSpPr>
        <p:spPr>
          <a:xfrm>
            <a:off x="485632" y="1030637"/>
            <a:ext cx="115746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relationships between multiple tables while maintaining data integrity.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employee salary, bonus, leave, and payroll data accurately.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complex SQL queries to generate meaningful business insights.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duplicate records and ensuring accurate calculations in reports.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C377C-3CBE-2ED3-BDE6-2BB3C7EFCEE2}"/>
              </a:ext>
            </a:extLst>
          </p:cNvPr>
          <p:cNvSpPr txBox="1"/>
          <p:nvPr/>
        </p:nvSpPr>
        <p:spPr>
          <a:xfrm>
            <a:off x="0" y="236014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0" dirty="0"/>
          </a:p>
          <a:p>
            <a:pPr>
              <a:buNone/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: </a:t>
            </a:r>
          </a:p>
        </p:txBody>
      </p:sp>
    </p:spTree>
    <p:extLst>
      <p:ext uri="{BB962C8B-B14F-4D97-AF65-F5344CB8AC3E}">
        <p14:creationId xmlns:p14="http://schemas.microsoft.com/office/powerpoint/2010/main" val="2796458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264C-1845-4945-C832-8CE1BC0F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7656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79503-5A1E-5640-6CA8-7A2CC0543770}"/>
              </a:ext>
            </a:extLst>
          </p:cNvPr>
          <p:cNvSpPr txBox="1"/>
          <p:nvPr/>
        </p:nvSpPr>
        <p:spPr>
          <a:xfrm>
            <a:off x="219258" y="1340659"/>
            <a:ext cx="1117632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Employee Payroll Management System successfully organizes employee, department, qualification, salary, leave, and payroll information in a structured database.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help analyze employee performance, salary distribution, leave patterns, bonuses, and monthly payroll, providing useful business insights.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database management and SQL can improve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accuracy, reporting, workforce planning, and effective decision-making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8747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 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768</Words>
  <Application>Microsoft Office PowerPoint</Application>
  <PresentationFormat>Widescreen</PresentationFormat>
  <Paragraphs>173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Lato Black</vt:lpstr>
      <vt:lpstr>Calibri</vt:lpstr>
      <vt:lpstr>Libre Baskerville</vt:lpstr>
      <vt:lpstr>Times New Roman</vt:lpstr>
      <vt:lpstr>Arial</vt:lpstr>
      <vt:lpstr>Wingdings</vt:lpstr>
      <vt:lpstr>Office Theme</vt:lpstr>
      <vt:lpstr>PowerPoint Presentation</vt:lpstr>
      <vt:lpstr>PowerPoint Presentation</vt:lpstr>
      <vt:lpstr>OBJECTIVE OF THE PROJECT : ​</vt:lpstr>
      <vt:lpstr>ER Diagram:</vt:lpstr>
      <vt:lpstr>ER DIAGRAM HIGHLIGHTS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BUSINESS INSIGHTS </vt:lpstr>
      <vt:lpstr>PowerPoint Presentation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CHINTALA</cp:lastModifiedBy>
  <cp:revision>5</cp:revision>
  <dcterms:created xsi:type="dcterms:W3CDTF">2021-02-16T05:19:01Z</dcterms:created>
  <dcterms:modified xsi:type="dcterms:W3CDTF">2026-08-13T14:23:10Z</dcterms:modified>
</cp:coreProperties>
</file>